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29.xml"/><Relationship Id="rId41" Type="http://schemas.openxmlformats.org/officeDocument/2006/relationships/slide" Target="slides/slide30.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24 and the appendix slides),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27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29</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30</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Fixed scoring (each answer judged alone 3 times by a 4B judge, majority decides): base 4, full-parameter SFT 5, first RL pass from the SFT deposit 9 of 16. SFT then RL, no CPT.</a:t>
            </a:r>
          </a:p>
          <a:p>
            <a:pPr>
              <a:spcAft>
                <a:spcPts val="700"/>
              </a:spcAft>
            </a:pPr>
            <a:r>
              <a:rPr sz="1300" b="0">
                <a:solidFill>
                  <a:srgbClr val="1A2332"/>
                </a:solidFill>
                <a:latin typeface="Calibri"/>
              </a:rPr>
              <a:t>The 9 is one reading: the same checkpoint later read 8, and a second run also read 8. What replicated is a first-pass lift of 3 to 4 questions.</a:t>
            </a:r>
          </a:p>
          <a:p>
            <a:pPr>
              <a:spcAft>
                <a:spcPts val="700"/>
              </a:spcAft>
            </a:pPr>
            <a:r>
              <a:rPr sz="1300" b="0">
                <a:solidFill>
                  <a:srgbClr val="1A2332"/>
                </a:solidFill>
                <a:latin typeface="Calibri"/>
              </a:rPr>
              <a:t>One question is 6.25 points and an unchanged model read 6/16 then 7/16, so 16 questions cannot size the lift. Later passes degraded, and the long runs on slides 29 and 30 never beat 9 and never held a gain.</a:t>
            </a:r>
          </a:p>
          <a:p>
            <a:pPr>
              <a:spcAft>
                <a:spcPts val="700"/>
              </a:spcAft>
            </a:pPr>
            <a:r>
              <a:rPr sz="1300" b="0">
                <a:solidFill>
                  <a:srgbClr val="1A2332"/>
                </a:solidFill>
                <a:latin typeface="Calibri"/>
              </a:rPr>
              <a:t>The 9 was not re-read under the training prompt (slide 24),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 first RL pass lifted 3 to 4 questions. The 9 itself was not reproduced, and no later run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