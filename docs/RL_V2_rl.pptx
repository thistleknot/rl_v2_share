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The reward bands are 0 / 0.5 / 1 by judge score, gated by correctness (SETTLED.md).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Chunk target 458 tokens: TARGET_TOKENS in src/chunk_more_trees.py, set to match the median packed chunk in the base file.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gen_tokens 16 x (288 + 160) = 7,168,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22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25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continued pre-training, then supervised fine-tuning (SFT), then RL. CPT showed no lift, so every long RL run below starts from the SFT checkpoint with no CPT, to remove it as a confounder.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Quality is a multiplier gated by correctness, so a wrong answer earns nothing at any quality.</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Source skill notes packed on paragraph boundaries toward a target length</a:t>
                      </a:r>
                    </a:p>
                  </a:txBody>
                  <a:tcPr marL="91440" marR="91440" marT="45720" marB="45720" anchor="ctr">
                    <a:solidFill>
                      <a:srgbClr val="FBFCFC"/>
                    </a:solidFill>
                  </a:tcPr>
                </a:tc>
                <a:tc>
                  <a:txBody>
                    <a:bodyPr wrap="square"/>
                    <a:lstStyle/>
                    <a:p>
                      <a:r>
                        <a:rPr sz="1200" b="0">
                          <a:solidFill>
                            <a:srgbClr val="16222B"/>
                          </a:solidFill>
                          <a:latin typeface="Calibri"/>
                        </a:rPr>
                        <a:t>target 458 tokens; 79 chunks, 16 skills</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Many answers share one generate call, capped at 32 sequences</a:t>
            </a:r>
          </a:p>
          <a:p>
            <a:pPr>
              <a:spcAft>
                <a:spcPts val="400"/>
              </a:spcAft>
            </a:pPr>
            <a:r>
              <a:rPr sz="1600" b="0">
                <a:solidFill>
                  <a:srgbClr val="16222B"/>
                </a:solidFill>
                <a:latin typeface="Calibri"/>
              </a:rPr>
              <a:t>•  Also capped at 7,168 tokens, so short records batch wider</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Each answer's length budget is its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a 16-question eval can resolve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recipe. Sampled gaps overlap (left); one greedy answer per question clears the instrument floor of 0.0526 (right).</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So: read shapes across steps, and trust a comparison only when both sides were scored in one invocation.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28</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27 and 28 never beat 9 and never held a gain.</a:t>
            </a:r>
          </a:p>
          <a:p>
            <a:pPr>
              <a:spcAft>
                <a:spcPts val="700"/>
              </a:spcAft>
            </a:pPr>
            <a:r>
              <a:rPr sz="1700" b="0">
                <a:solidFill>
                  <a:srgbClr val="1A2332"/>
                </a:solidFill>
                <a:latin typeface="Calibri"/>
              </a:rPr>
              <a:t>The 9 comes from the early instrument. It was not re-read under the training prompt (slide 22),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