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records then pack atoms greedily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Paragraph-boundary splits, no overlap. Questions: pack to 458 tokens, the median base chunk. CPT: atoms from each note's median and MAD, then 512-token records.</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 stride 1 =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