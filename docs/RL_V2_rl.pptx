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29 and 30 never beat 9 and never held a gain.</a:t>
            </a:r>
          </a:p>
          <a:p>
            <a:pPr>
              <a:spcAft>
                <a:spcPts val="700"/>
              </a:spcAft>
            </a:pPr>
            <a:r>
              <a:rPr sz="1700" b="0">
                <a:solidFill>
                  <a:srgbClr val="1A2332"/>
                </a:solidFill>
                <a:latin typeface="Calibri"/>
              </a:rPr>
              <a:t>The 9 comes from the early instrument. It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