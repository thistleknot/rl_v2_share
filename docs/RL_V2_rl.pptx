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Chunking is median-based, not a fixed target: src/rlv2/data/chunking.py (atoms_for) takes each note's own paragraphs-per-section median m and MAD d, merges sections below m paragraphs and splits those above m + 2d with stride m; the 458-token size in src/chunk_more_trees.py (TARGET_TOKENS) was set to the median packed chunk of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Skill notes cut on paragraph boundaries. Size comes from each note's own median and MAD, not a fixed length: merge below the median, split above median + 2 MAD</a:t>
                      </a:r>
                    </a:p>
                  </a:txBody>
                  <a:tcPr marL="91440" marR="91440" marT="45720" marB="45720" anchor="ctr">
                    <a:solidFill>
                      <a:srgbClr val="FBFCFC"/>
                    </a:solidFill>
                  </a:tcPr>
                </a:tc>
                <a:tc>
                  <a:txBody>
                    <a:bodyPr wrap="square"/>
                    <a:lstStyle/>
                    <a:p>
                      <a:r>
                        <a:rPr sz="1200" b="0">
                          <a:solidFill>
                            <a:srgbClr val="16222B"/>
                          </a:solidFill>
                          <a:latin typeface="Calibri"/>
                        </a:rPr>
                        <a:t>458 tokens = median packed chunk;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