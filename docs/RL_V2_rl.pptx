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8" r:id="rId40"/>
    <p:sldId id="289" r:id="rId41"/>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9" Type="http://schemas.openxmlformats.org/officeDocument/2006/relationships/slide" Target="slides/slide32.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The reward bands are 0 / 0.5 / 1 by judge score, gated by correctness (SETTLED.md).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Chunk target 458 tokens: TARGET_TOKENS in src/chunk_more_trees.py, set to match the median packed chunk in the base file.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gen_tokens 16 x (288 + 160) = 7,168,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Instrument for this figure: judge qwen3.5-9b, 3-read majority, floor 0.70, eval n=16 (printed at the bottom of docs/lift_chart.png). Other instruments in the campaign read the same checkpoints differently (an earlier talk shows 16/59, 10/58, 21/59, 25/59 sampled-correct counts for base and epochs 1 to 3), which is why every comparison is made within one invocation. The epoch-1 dip is partly an artifact: that checkpoint returned an empty string on 11 of 16 questions, because one epoch of completion-only loss taught it to emit the stop token first. SFT is FFN-only with attention frozen (SETTLED.md). ReFT here is the RL-style fine-tune run from the SFT checkpoint.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23 and the appendix slides), so the two are not on one instrument.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26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continued pre-training, then supervised fine-tuning (SFT), then RL. CPT showed no lift, so every long RL run below starts from the SFT checkpoint with no CPT, to remove it as a confounder.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Quality is a multiplier gated by correctness, so a wrong answer earns nothing at any quality.</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Source skill notes packed on paragraph boundaries toward a target length</a:t>
                      </a:r>
                    </a:p>
                  </a:txBody>
                  <a:tcPr marL="91440" marR="91440" marT="45720" marB="45720" anchor="ctr">
                    <a:solidFill>
                      <a:srgbClr val="FBFCFC"/>
                    </a:solidFill>
                  </a:tcPr>
                </a:tc>
                <a:tc>
                  <a:txBody>
                    <a:bodyPr wrap="square"/>
                    <a:lstStyle/>
                    <a:p>
                      <a:r>
                        <a:rPr sz="1200" b="0">
                          <a:solidFill>
                            <a:srgbClr val="16222B"/>
                          </a:solidFill>
                          <a:latin typeface="Calibri"/>
                        </a:rPr>
                        <a:t>target 458 tokens; 79 chunks, 16 skills</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Many answers share one generate call, capped at 32 sequences</a:t>
            </a:r>
          </a:p>
          <a:p>
            <a:pPr>
              <a:spcAft>
                <a:spcPts val="400"/>
              </a:spcAft>
            </a:pPr>
            <a:r>
              <a:rPr sz="1600" b="0">
                <a:solidFill>
                  <a:srgbClr val="16222B"/>
                </a:solidFill>
                <a:latin typeface="Calibri"/>
              </a:rPr>
              <a:t>•  Also capped at 7,168 tokens, so short records batch wider</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Each answer's length budget is its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a 16-question eval can resolve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recipe. Sampled gaps overlap (left); one greedy answer per question clears the instrument floor of 0.0526 (right).</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So: read shapes across steps, and trust a comparison only when both sides were scored in one invocation.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 · SUPERVISED FINE-TUNING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SFT: depositing the knowledge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docs/lift_chart.png · judge qwen3.5-9b, 3-read majority, floor 0.70, n=16</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Full-parameter SFT on the 240-question pool raises accuracy on questions the model never trained on.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50" b="1">
                <a:solidFill>
                  <a:srgbClr val="5E6B75"/>
                </a:solidFill>
                <a:latin typeface="Consolas"/>
              </a:rPr>
              <a:t>SETTINGS AND METHOD</a:t>
            </a:r>
          </a:p>
          <a:p>
            <a:pPr>
              <a:spcAft>
                <a:spcPts val="600"/>
              </a:spcAft>
            </a:pPr>
            <a:r>
              <a:rPr sz="1500" b="0">
                <a:solidFill>
                  <a:srgbClr val="16222B"/>
                </a:solidFill>
                <a:latin typeface="Calibri"/>
              </a:rPr>
              <a:t>Qwen3.5-0.8B, full-parameter SFT with attention frozen, 3 epochs. The same 16 held-out questions after every epoch; 3 judge reads, majority vote.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lift.png"/>
          <p:cNvPicPr>
            <a:picLocks noChangeAspect="1"/>
          </p:cNvPicPr>
          <p:nvPr/>
        </p:nvPicPr>
        <p:blipFill>
          <a:blip r:embed="rId3"/>
          <a:stretch>
            <a:fillRect/>
          </a:stretch>
        </p:blipFill>
        <p:spPr>
          <a:xfrm>
            <a:off x="5285232" y="2148840"/>
            <a:ext cx="5900623" cy="1974505"/>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Left of the dotted line: base and SFT epochs. Right: ReFT, an RL-style fine-tune run afterwards, never above 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SFT took the model from 3 to 7 of 16 at epoch 2; epoch 3 fell back to 4. A swing that size is near the noise floor, so read the shape, not the epoch.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ALL FALSIFIED" and "Proven Path"</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deposit written into a LoRA adapter can be sharpened by RL, as a full-parameter deposit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at every learning rate tried. Only the full-parameter deposit was kept (+0.03).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600" b="0">
                <a:solidFill>
                  <a:srgbClr val="4A5864"/>
                </a:solidFill>
                <a:latin typeface="Calibri"/>
              </a:rPr>
              <a:t>of records split right and wrong: base versus SFT epoch 2, same records, same judge</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600" b="0">
                <a:solidFill>
                  <a:srgbClr val="4A5864"/>
                </a:solidFill>
                <a:latin typeface="Calibri"/>
              </a:rPr>
              <a:t>mixed rate, epoch 3 versus epoch 2 (24 records, so about two records apart)</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600" b="0">
                <a:solidFill>
                  <a:srgbClr val="4A5864"/>
                </a:solidFill>
                <a:latin typeface="Calibri"/>
              </a:rPr>
              <a:t>of 16 on the eval, epoch 3 versus epoch 2: the two criteria disagree</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Gating quality by correctness (bands 0, 0.5, 1) gives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Count reward values over 1,752 judged answers from the campaign's own runs. Compare judged groups per filled slot, banded versus raw score.</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86.9%</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of 1,752 judged answers paid exactly 0.0 under the bands (1,522 answers)</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4.6× → 6.4×</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judged groups per filled slot as training ran: 73 up to 103 draws for 16 slots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F5FA8"/>
                </a:solidFill>
                <a:latin typeface="Georgia"/>
              </a:rPr>
              <a:t>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with the raw judge score, same seed and base: 32 draws for 16 slots</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removed the waste; it did not produce lift (entry 12).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and 0.02; learning rate 1e-5 and 3e-6. Watch raw KL, entropy and the answer text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other form</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crossing run: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29</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Pre-registered bar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2/6 to 4/6 per round; never ablated</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a:t>
                      </a:r>
                    </a:p>
                  </a:txBody>
                  <a:tcPr marL="91440" marR="91440" marT="45720" marB="45720" anchor="ctr">
                    <a:solidFill>
                      <a:srgbClr val="FBFCFC"/>
                    </a:solidFill>
                  </a:tcPr>
                </a:tc>
                <a:tc>
                  <a:txBody>
                    <a:bodyPr wrap="square"/>
                    <a:lstStyle/>
                    <a:p>
                      <a:r>
                        <a:rPr sz="1300" b="0">
                          <a:solidFill>
                            <a:srgbClr val="16222B"/>
                          </a:solidFill>
                          <a:latin typeface="Calibri"/>
                        </a:rPr>
                        <a:t>in the best pass; replay-clock defect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clipped ratio</a:t>
                      </a:r>
                    </a:p>
                  </a:txBody>
                  <a:tcPr marL="91440" marR="91440" marT="45720" marB="45720" anchor="ctr">
                    <a:solidFill>
                      <a:srgbClr val="FBFCFC"/>
                    </a:solidFill>
                  </a:tcPr>
                </a:tc>
                <a:tc>
                  <a:txBody>
                    <a:bodyPr wrap="square"/>
                    <a:lstStyle/>
                    <a:p>
                      <a:r>
                        <a:rPr sz="1300" b="0">
                          <a:solidFill>
                            <a:srgbClr val="B94E08"/>
                          </a:solidFill>
                          <a:latin typeface="Calibri"/>
                        </a:rPr>
                        <a:t>eval 3/16 at the bar (need 5); KL 0.86, aborted at step 24</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RL theory concepts: replay decorrelates consecutive steps. Here the 16 records per step are independent, so only reuse was left, and reused answers went stale within 5 steps (mean log-ratio 0.23 → 0.77).</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5-network ensemble predicts the verdict. Ask the real judge with probability min(1, D × spread ÷ median spread): disagreement means ask.</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spread of a group's 4 answers: world model versus the real judge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visits scored all-wrong: modelled versus judged</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on the 220-item receipt after 13 steps; intervals overlap</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p(yes)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golds;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the numeric gate</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gold</a:t>
                      </a:r>
                    </a:p>
                  </a:txBody>
                  <a:tcPr marL="91440" marR="91440" marT="45720" marB="45720" anchor="ctr">
                    <a:solidFill>
                      <a:srgbClr val="FBFCFC"/>
                    </a:solidFill>
                  </a:tcPr>
                </a:tc>
                <a:tc>
                  <a:txBody>
                    <a:bodyPr wrap="square"/>
                    <a:lstStyle/>
                    <a:p>
                      <a:r>
                        <a:rPr sz="1400" b="0">
                          <a:solidFill>
                            <a:srgbClr val="B94E08"/>
                          </a:solidFill>
                          <a:latin typeface="Calibri"/>
                        </a:rPr>
                        <a:t>rejected 19 of 253 golds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the echoes made the eval read 0.250 → 0.594; with the guard it read 0.039. Probe a judge with stubs, echoes and its own golds first.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3-visit cap; 8 answers per question; start and end scored in one invocation, echo guard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revisited records by step 17, each against its own first visit</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first-visit accuracy, first fifth of the run versus last fifth</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best-solved weights versus the SFT start (held-out: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EVIDENCE FOR READING 1</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golds;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training</a:t>
                      </a:r>
                    </a:p>
                  </a:txBody>
                  <a:tcPr marL="91440" marR="91440" marT="45720" marB="45720" anchor="ctr">
                    <a:solidFill>
                      <a:srgbClr val="FBFCFC"/>
                    </a:solidFill>
                  </a:tcPr>
                </a:tc>
                <a:tc>
                  <a:txBody>
                    <a:bodyPr wrap="square"/>
                    <a:lstStyle/>
                    <a:p>
                      <a:r>
                        <a:rPr sz="1400" b="0">
                          <a:solidFill>
                            <a:srgbClr val="16222B"/>
                          </a:solidFill>
                          <a:latin typeface="Calibri"/>
                        </a:rPr>
                        <a:t>114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golds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Five real defects: eval prompt, constant reward, judge exploits, cap, counters.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16 questions resolve about one.</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30,000.</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crossing recipe exactly (its base, KL 0.02,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invocation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golds. A bare "1" paid on 40 of 60 golds.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scored by the fixed single-answer protocol, 16 questions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Fixed scoring, one judge invocation: base 4, full-parameter SFT 5, first RL pass from the SFT deposit 9 of 16.</a:t>
            </a:r>
          </a:p>
          <a:p>
            <a:pPr>
              <a:spcAft>
                <a:spcPts val="700"/>
              </a:spcAft>
            </a:pPr>
            <a:r>
              <a:rPr sz="1700" b="0">
                <a:solidFill>
                  <a:srgbClr val="1A2332"/>
                </a:solidFill>
                <a:latin typeface="Calibri"/>
              </a:rPr>
              <a:t>The RL step is the only one that moved the count by more than the same-checkpoint wobble (an unchanged model read 6/16 and 7/16).</a:t>
            </a:r>
          </a:p>
          <a:p>
            <a:pPr>
              <a:spcAft>
                <a:spcPts val="700"/>
              </a:spcAft>
            </a:pPr>
            <a:r>
              <a:rPr sz="1700" b="0">
                <a:solidFill>
                  <a:srgbClr val="1A2332"/>
                </a:solidFill>
                <a:latin typeface="Calibri"/>
              </a:rPr>
              <a:t>Later passes degraded, and the long runs on slides 28 and 29 never beat 9 and never held a gain.</a:t>
            </a:r>
          </a:p>
          <a:p>
            <a:pPr>
              <a:spcAft>
                <a:spcPts val="700"/>
              </a:spcAft>
            </a:pPr>
            <a:r>
              <a:rPr sz="1700" b="0">
                <a:solidFill>
                  <a:srgbClr val="1A2332"/>
                </a:solidFill>
                <a:latin typeface="Calibri"/>
              </a:rPr>
              <a:t>The 9 comes from the early instrument. It was not re-read under the training prompt (slide 23), so it is not comparable with the long-run numbers.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the question looked answerable, and why the later runs were run: one pass reached 9 of 16, and nothing afterwards held it.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