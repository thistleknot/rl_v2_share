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8" Type="http://schemas.openxmlformats.org/officeDocument/2006/relationships/slide" Target="slides/slide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 target 458 tokens: TARGET_TOKENS in src/chunk_more_trees.py, set to match the median packed chunk in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8).</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Source skill notes packed on paragraph boundaries toward a target length</a:t>
                      </a:r>
                    </a:p>
                  </a:txBody>
                  <a:tcPr marL="91440" marR="91440" marT="45720" marB="45720" anchor="ctr">
                    <a:solidFill>
                      <a:srgbClr val="FBFCFC"/>
                    </a:solidFill>
                  </a:tcPr>
                </a:tc>
                <a:tc>
                  <a:txBody>
                    <a:bodyPr wrap="square"/>
                    <a:lstStyle/>
                    <a:p>
                      <a:r>
                        <a:rPr sz="1200" b="0">
                          <a:solidFill>
                            <a:srgbClr val="16222B"/>
                          </a:solidFill>
                          <a:latin typeface="Calibri"/>
                        </a:rPr>
                        <a:t>target 458 tokens;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Compare two models only when one scoring run measured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 SFT then RL, no CPT.</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