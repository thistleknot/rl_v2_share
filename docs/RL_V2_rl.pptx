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92" r:id="rId38"/>
    <p:sldId id="262" r:id="rId14"/>
    <p:sldId id="263" r:id="rId15"/>
    <p:sldId id="264" r:id="rId16"/>
    <p:sldId id="265" r:id="rId17"/>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8" r:id="rId40"/>
    <p:sldId id="289" r:id="rId41"/>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8" Type="http://schemas.openxmlformats.org/officeDocument/2006/relationships/slide" Target="slides/slide7.xml"/><Relationship Id="rId39" Type="http://schemas.openxmlformats.org/officeDocument/2006/relationships/slide" Target="slides/slide32.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The reward bands are 0 / 0.5 / 1 by judge score, gated by correctness (SETTLED.md).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Chunk target 458 tokens: TARGET_TOKENS in src/chunk_more_trees.py, set to match the median packed chunk in the base file.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gen_tokens 16 x (288 + 160) = 7,168,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8).</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23 and the appendix slides), so the two are not on one instrument.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26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continued pre-training, then supervised fine-tuning (SFT), then RL. CPT showed no lift, so every long RL run below starts from the SFT checkpoint with no CPT, to remove it as a confounder.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Quality is a multiplier gated by correctness, so a wrong answer earns nothing at any quality.</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Source skill notes packed on paragraph boundaries toward a target length</a:t>
                      </a:r>
                    </a:p>
                  </a:txBody>
                  <a:tcPr marL="91440" marR="91440" marT="45720" marB="45720" anchor="ctr">
                    <a:solidFill>
                      <a:srgbClr val="FBFCFC"/>
                    </a:solidFill>
                  </a:tcPr>
                </a:tc>
                <a:tc>
                  <a:txBody>
                    <a:bodyPr wrap="square"/>
                    <a:lstStyle/>
                    <a:p>
                      <a:r>
                        <a:rPr sz="1200" b="0">
                          <a:solidFill>
                            <a:srgbClr val="16222B"/>
                          </a:solidFill>
                          <a:latin typeface="Calibri"/>
                        </a:rPr>
                        <a:t>target 458 tokens; 79 chunks, 16 skills</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Many answers share one generate call, capped at 32 sequences</a:t>
            </a:r>
          </a:p>
          <a:p>
            <a:pPr>
              <a:spcAft>
                <a:spcPts val="400"/>
              </a:spcAft>
            </a:pPr>
            <a:r>
              <a:rPr sz="1600" b="0">
                <a:solidFill>
                  <a:srgbClr val="16222B"/>
                </a:solidFill>
                <a:latin typeface="Calibri"/>
              </a:rPr>
              <a:t>•  Also capped at 7,168 tokens, so short records batch wider</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Each answer's length budget is its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Compare two models only when one scoring run measured both.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ALL FALSIFIED" and "Proven Path"</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deposit written into a LoRA adapter can be sharpened by RL, as a full-parameter deposit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at every learning rate tried. Only the full-parameter deposit was kept (+0.03).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600" b="0">
                <a:solidFill>
                  <a:srgbClr val="4A5864"/>
                </a:solidFill>
                <a:latin typeface="Calibri"/>
              </a:rPr>
              <a:t>of records split right and wrong: base versus SFT epoch 2, same records, same judge</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600" b="0">
                <a:solidFill>
                  <a:srgbClr val="4A5864"/>
                </a:solidFill>
                <a:latin typeface="Calibri"/>
              </a:rPr>
              <a:t>mixed rate, epoch 3 versus epoch 2 (24 records, so about two records apart)</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600" b="0">
                <a:solidFill>
                  <a:srgbClr val="4A5864"/>
                </a:solidFill>
                <a:latin typeface="Calibri"/>
              </a:rPr>
              <a:t>of 16 on the eval, epoch 3 versus epoch 2: the two criteria disagree</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Gating quality by correctness (bands 0, 0.5, 1) gives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Count reward values over 1,752 judged answers from the campaign's own runs. Compare judged groups per filled slot, banded versus raw score.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of 1,752 judged answers paid exactly 0.0 under the bands (1,522 answers)</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judged groups per filled slot as training ran: 73 up to 103 draws for 16 slots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with the raw judge score, same seed and base: 32 draws for 16 slots</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and 0.02; learning rate 1e-5 and 3e-6. Watch raw KL, entropy and the answer text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other form</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crossing run: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29</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Pre-registered bar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2/6 to 4/6 per round; never ablated</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a:t>
                      </a:r>
                    </a:p>
                  </a:txBody>
                  <a:tcPr marL="91440" marR="91440" marT="45720" marB="45720" anchor="ctr">
                    <a:solidFill>
                      <a:srgbClr val="FBFCFC"/>
                    </a:solidFill>
                  </a:tcPr>
                </a:tc>
                <a:tc>
                  <a:txBody>
                    <a:bodyPr wrap="square"/>
                    <a:lstStyle/>
                    <a:p>
                      <a:r>
                        <a:rPr sz="1300" b="0">
                          <a:solidFill>
                            <a:srgbClr val="16222B"/>
                          </a:solidFill>
                          <a:latin typeface="Calibri"/>
                        </a:rPr>
                        <a:t>in the best pass; replay-clock defect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clipped ratio</a:t>
                      </a:r>
                    </a:p>
                  </a:txBody>
                  <a:tcPr marL="91440" marR="91440" marT="45720" marB="45720" anchor="ctr">
                    <a:solidFill>
                      <a:srgbClr val="FBFCFC"/>
                    </a:solidFill>
                  </a:tcPr>
                </a:tc>
                <a:tc>
                  <a:txBody>
                    <a:bodyPr wrap="square"/>
                    <a:lstStyle/>
                    <a:p>
                      <a:r>
                        <a:rPr sz="1300" b="0">
                          <a:solidFill>
                            <a:srgbClr val="B94E08"/>
                          </a:solidFill>
                          <a:latin typeface="Calibri"/>
                        </a:rPr>
                        <a:t>eval 3/16 at the bar (need 5); KL 0.86, aborted at step 24</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RL theory concepts: replay decorrelates consecutive steps. Here the 16 records per step are independent, so only reuse was left, and reused answers went stale within 5 steps (mean log-ratio 0.23 → 0.77).</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5-network ensemble predicts the verdict. Ask the real judge with probability min(1, D × spread ÷ median spread): disagreement means ask.</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spread of a group's 4 answers: world model versus the real judge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visits scored all-wrong: modelled versus judged</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on the 220-item receipt after 13 steps; intervals overlap</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p(yes)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golds;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the numeric gate</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gold</a:t>
                      </a:r>
                    </a:p>
                  </a:txBody>
                  <a:tcPr marL="91440" marR="91440" marT="45720" marB="45720" anchor="ctr">
                    <a:solidFill>
                      <a:srgbClr val="FBFCFC"/>
                    </a:solidFill>
                  </a:tcPr>
                </a:tc>
                <a:tc>
                  <a:txBody>
                    <a:bodyPr wrap="square"/>
                    <a:lstStyle/>
                    <a:p>
                      <a:r>
                        <a:rPr sz="1400" b="0">
                          <a:solidFill>
                            <a:srgbClr val="B94E08"/>
                          </a:solidFill>
                          <a:latin typeface="Calibri"/>
                        </a:rPr>
                        <a:t>rejected 19 of 253 golds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the echoes made the eval read 0.250 → 0.594; with the guard it read 0.039. Probe a judge with stubs, echoes and its own golds first.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3-visit cap; 8 answers per question; start and end scored in one invocation, echo guard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revisited records by step 17, each against its own first visit</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first-visit accuracy, first fifth of the run versus last fifth</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best-solved weights versus the SFT start (held-out: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EVIDENCE FOR READING 1</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golds;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training</a:t>
                      </a:r>
                    </a:p>
                  </a:txBody>
                  <a:tcPr marL="91440" marR="91440" marT="45720" marB="45720" anchor="ctr">
                    <a:solidFill>
                      <a:srgbClr val="FBFCFC"/>
                    </a:solidFill>
                  </a:tcPr>
                </a:tc>
                <a:tc>
                  <a:txBody>
                    <a:bodyPr wrap="square"/>
                    <a:lstStyle/>
                    <a:p>
                      <a:r>
                        <a:rPr sz="1400" b="0">
                          <a:solidFill>
                            <a:srgbClr val="16222B"/>
                          </a:solidFill>
                          <a:latin typeface="Calibri"/>
                        </a:rPr>
                        <a:t>114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golds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Five real defects: eval prompt, constant reward, judge exploits, cap, counters.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16 questions resolve about one.</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30,000.</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crossing recipe exactly (its base, KL 0.02,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invocation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golds. A bare "1" paid on 40 of 60 golds.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scored by the fixed single-answer protocol, 16 questions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Fixed scoring, one judge invocation: base 4, full-parameter SFT 5, first RL pass from the SFT deposit 9 of 16. SFT then RL, no CPT.</a:t>
            </a:r>
          </a:p>
          <a:p>
            <a:pPr>
              <a:spcAft>
                <a:spcPts val="700"/>
              </a:spcAft>
            </a:pPr>
            <a:r>
              <a:rPr sz="1700" b="0">
                <a:solidFill>
                  <a:srgbClr val="1A2332"/>
                </a:solidFill>
                <a:latin typeface="Calibri"/>
              </a:rPr>
              <a:t>The RL step is the only one that moved the count by more than the same-checkpoint wobble (an unchanged model read 6/16 and 7/16).</a:t>
            </a:r>
          </a:p>
          <a:p>
            <a:pPr>
              <a:spcAft>
                <a:spcPts val="700"/>
              </a:spcAft>
            </a:pPr>
            <a:r>
              <a:rPr sz="1700" b="0">
                <a:solidFill>
                  <a:srgbClr val="1A2332"/>
                </a:solidFill>
                <a:latin typeface="Calibri"/>
              </a:rPr>
              <a:t>Later passes degraded, and the long runs on slides 28 and 29 never beat 9 and never held a gain.</a:t>
            </a:r>
          </a:p>
          <a:p>
            <a:pPr>
              <a:spcAft>
                <a:spcPts val="700"/>
              </a:spcAft>
            </a:pPr>
            <a:r>
              <a:rPr sz="1700" b="0">
                <a:solidFill>
                  <a:srgbClr val="1A2332"/>
                </a:solidFill>
                <a:latin typeface="Calibri"/>
              </a:rPr>
              <a:t>The 9 comes from the early instrument. It was not re-read under the training prompt (slide 23), so it is not comparable with the long-run numbers.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the question looked answerable, and why the later runs were run: one pass reached 9 of 16, and nothing afterwards held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