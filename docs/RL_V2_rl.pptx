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Each step needs 16 usable prompts: ones whose 4 answers get different scores. Count prompts judged per 16 usable, bands vs raw judge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400" b="0">
                <a:solidFill>
                  <a:srgbClr val="4A5864"/>
                </a:solidFill>
                <a:latin typeface="Calibri"/>
              </a:rPr>
              <a:t>prompts judged per usable prompt, with bands: 73 judged to fill 16 slots (4.6×), later 103 (6.4×). The rest were thrown away.</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400" b="0">
                <a:solidFill>
                  <a:srgbClr val="4A5864"/>
                </a:solidFill>
                <a:latin typeface="Calibri"/>
              </a:rPr>
              <a:t>with the raw judge score: 32 judged to fill the same 16 slots (2.0×). Same seed and base.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