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8" Type="http://schemas.openxmlformats.org/officeDocument/2006/relationships/slide" Target="slides/slide7.xml"/><Relationship Id="rId39" Type="http://schemas.openxmlformats.org/officeDocument/2006/relationships/slide" Target="slides/slide32.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Chunk target 458 tokens: TARGET_TOKENS in src/chunk_more_trees.py, set to match the median packed chunk in the base file.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gen_tokens 16 x (288 + 160) = 7,168,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23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26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Source skill notes packed on paragraph boundaries toward a target length</a:t>
                      </a:r>
                    </a:p>
                  </a:txBody>
                  <a:tcPr marL="91440" marR="91440" marT="45720" marB="45720" anchor="ctr">
                    <a:solidFill>
                      <a:srgbClr val="FBFCFC"/>
                    </a:solidFill>
                  </a:tcPr>
                </a:tc>
                <a:tc>
                  <a:txBody>
                    <a:bodyPr wrap="square"/>
                    <a:lstStyle/>
                    <a:p>
                      <a:r>
                        <a:rPr sz="1200" b="0">
                          <a:solidFill>
                            <a:srgbClr val="16222B"/>
                          </a:solidFill>
                          <a:latin typeface="Calibri"/>
                        </a:rPr>
                        <a:t>target 458 tokens; 79 chunks, 16 skills</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Many answers share one generate call, capped at 32 sequences</a:t>
            </a:r>
          </a:p>
          <a:p>
            <a:pPr>
              <a:spcAft>
                <a:spcPts val="400"/>
              </a:spcAft>
            </a:pPr>
            <a:r>
              <a:rPr sz="1600" b="0">
                <a:solidFill>
                  <a:srgbClr val="16222B"/>
                </a:solidFill>
                <a:latin typeface="Calibri"/>
              </a:rPr>
              <a:t>•  Also capped at 7,168 tokens, so short records batch wider</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Each answer's length budget is its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Compare two models only when one scoring run measured both.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ALL FALSIFIED" and "Proven Path"</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deposit written into a LoRA adapter can be sharpened by RL, as a full-parameter deposit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at every learning rate tried. Only the full-parameter deposit was kept (+0.03).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29</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 SFT then RL, no CPT.</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28 and 29 never beat 9 and never held a gain.</a:t>
            </a:r>
          </a:p>
          <a:p>
            <a:pPr>
              <a:spcAft>
                <a:spcPts val="700"/>
              </a:spcAft>
            </a:pPr>
            <a:r>
              <a:rPr sz="1700" b="0">
                <a:solidFill>
                  <a:srgbClr val="1A2332"/>
                </a:solidFill>
                <a:latin typeface="Calibri"/>
              </a:rPr>
              <a:t>The 9 comes from the early instrument. It was not re-read under the training prompt (slide 23),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