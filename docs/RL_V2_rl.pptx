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Each step needs 16 usable prompts: ones whose 4 answers are not all rewarded the same. Count prompts judged per 16 usable, bands vs the raw judge score paid as is.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7620000" y="2148840"/>
            <a:ext cx="3565855"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7620000" y="3108960"/>
            <a:ext cx="3565855" cy="960120"/>
          </a:xfrm>
          <a:prstGeom prst="rect">
            <a:avLst/>
          </a:prstGeom>
          <a:noFill/>
        </p:spPr>
        <p:txBody>
          <a:bodyPr wrap="square" lIns="0" rIns="0" tIns="0" bIns="0" anchor="ctr">
            <a:spAutoFit/>
          </a:bodyPr>
          <a:lstStyle/>
          <a:p>
            <a:r>
              <a:rPr sz="1400" b="0">
                <a:solidFill>
                  <a:srgbClr val="4A5864"/>
                </a:solidFill>
                <a:latin typeface="Calibri"/>
              </a:rPr>
              <a:t>judge calls per usable prompt, with bands. Usable: the 4 answers are not all scored the same. 73 judged to get 16, later 103 to get 16.</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7620000" y="4069080"/>
            <a:ext cx="3565855" cy="960120"/>
          </a:xfrm>
          <a:prstGeom prst="rect">
            <a:avLst/>
          </a:prstGeom>
          <a:noFill/>
        </p:spPr>
        <p:txBody>
          <a:bodyPr wrap="square" lIns="0" rIns="0" tIns="0" bIns="0" anchor="ctr">
            <a:spAutoFit/>
          </a:bodyPr>
          <a:lstStyle/>
          <a:p>
            <a:r>
              <a:rPr sz="1400" b="0">
                <a:solidFill>
                  <a:srgbClr val="4A5864"/>
                </a:solidFill>
                <a:latin typeface="Calibri"/>
              </a:rPr>
              <a:t>with the raw judge score: 32 prompts judged to get the same 16. Bands needed 73 to 103, about 2 to 3 times as much judging.</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