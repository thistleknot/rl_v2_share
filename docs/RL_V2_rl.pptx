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400" b="0">
                <a:solidFill>
                  <a:srgbClr val="4A5864"/>
                </a:solidFill>
                <a:latin typeface="Calibri"/>
              </a:rPr>
              <a:t>of 1,752 judged answers got reward 0 (1,522 answers). Only 9.3% got full reward, so most answers in a group scored the same.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400" b="0">
                <a:solidFill>
                  <a:srgbClr val="4A5864"/>
                </a:solidFill>
                <a:latin typeface="Calibri"/>
              </a:rPr>
              <a:t>Prompts tried to fill each training slot, with bands. A slot needs a prompt whose answers differ: 73 tried for 16 slots early (4.6×), 103 later (6.4×).</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400" b="0">
                <a:solidFill>
                  <a:srgbClr val="4A5864"/>
                </a:solidFill>
                <a:latin typeface="Calibri"/>
              </a:rPr>
              <a:t>Same seed and base with the raw judge score instead of bands: 32 prompts tried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