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The reward bands are 0 / 0.5 / 1 by judge score, gated by correctness (SETTLED.md). Framing: concepts MDP Formulation Checklist, Dynamic System vs Environment Wrapper, State vs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Chunk target 458 tokens: TARGET_TOKENS in src/chunk_more_trees.py, set to match the median packed chunk in the base file.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gen_tokens 16 x (288 + 160) = 7,168,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Instrument for this figure: judge qwen3.5-9b, 3-read majority, floor 0.70, eval n=16 (printed at the bottom of docs/lift_chart.png). Other instruments in the campaign read the same checkpoints differently (an earlier talk shows 16/59, 10/58, 21/59, 25/59 sampled-correct counts for base and epochs 1 to 3), which is why every comparison is made within one invocation. The epoch-1 dip is partly an artifact: that checkpoint returned an empty string on 11 of 16 questions, because one epoch of completion-only loss taught it to emit the stop token first. SFT is FFN-only with attention frozen (SETTLED.md). ReFT here is the RL-style fine-tune run from the SFT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23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26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Continued pre-training, then supervised fine-tuning (SFT), then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Quality is a multiplier gated by correctness, so a wrong answer earns nothing at any quality.</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Source skill notes packed on paragraph boundaries toward a target length</a:t>
                      </a:r>
                    </a:p>
                  </a:txBody>
                  <a:tcPr marL="91440" marR="91440" marT="45720" marB="45720" anchor="ctr">
                    <a:solidFill>
                      <a:srgbClr val="FBFCFC"/>
                    </a:solidFill>
                  </a:tcPr>
                </a:tc>
                <a:tc>
                  <a:txBody>
                    <a:bodyPr wrap="square"/>
                    <a:lstStyle/>
                    <a:p>
                      <a:r>
                        <a:rPr sz="1200" b="0">
                          <a:solidFill>
                            <a:srgbClr val="16222B"/>
                          </a:solidFill>
                          <a:latin typeface="Calibri"/>
                        </a:rPr>
                        <a:t>target 458 tokens; 79 chunks, 16 skills</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Many answers share one generate call, capped at 32 sequences</a:t>
            </a:r>
          </a:p>
          <a:p>
            <a:pPr>
              <a:spcAft>
                <a:spcPts val="400"/>
              </a:spcAft>
            </a:pPr>
            <a:r>
              <a:rPr sz="1600" b="0">
                <a:solidFill>
                  <a:srgbClr val="16222B"/>
                </a:solidFill>
                <a:latin typeface="Calibri"/>
              </a:rPr>
              <a:t>•  Also capped at 7,168 tokens, so short records batch wider</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Each answer's length budget is its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a 16-question eval can resolve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recipe. Sampled gaps overlap (left); one greedy answer per question clears the instrument floor of 0.0526 (right).</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So: read shapes across steps, and trust a comparison only when both sides were scored in one invocation.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 · SUPERVISED FINE-TUNING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SFT: depositing the knowledge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docs/lift_chart.png · judge qwen3.5-9b, 3-read majority, floor 0.70, n=16</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Full-parameter SFT on the 240-question pool raises accuracy on questions the model never trained on.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50" b="1">
                <a:solidFill>
                  <a:srgbClr val="5E6B75"/>
                </a:solidFill>
                <a:latin typeface="Consolas"/>
              </a:rPr>
              <a:t>SETTINGS AND METHOD</a:t>
            </a:r>
          </a:p>
          <a:p>
            <a:pPr>
              <a:spcAft>
                <a:spcPts val="600"/>
              </a:spcAft>
            </a:pPr>
            <a:r>
              <a:rPr sz="1500" b="0">
                <a:solidFill>
                  <a:srgbClr val="16222B"/>
                </a:solidFill>
                <a:latin typeface="Calibri"/>
              </a:rPr>
              <a:t>Qwen3.5-0.8B, full-parameter SFT with attention frozen, 3 epochs. The same 16 held-out questions after every epoch; 3 judge reads, majority vote.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lift.png"/>
          <p:cNvPicPr>
            <a:picLocks noChangeAspect="1"/>
          </p:cNvPicPr>
          <p:nvPr/>
        </p:nvPicPr>
        <p:blipFill>
          <a:blip r:embed="rId3"/>
          <a:stretch>
            <a:fillRect/>
          </a:stretch>
        </p:blipFill>
        <p:spPr>
          <a:xfrm>
            <a:off x="5285232" y="2148840"/>
            <a:ext cx="5900623" cy="1974505"/>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Left of the dotted line: base and SFT epochs. Right: ReFT, an RL-style fine-tune run afterwards, never above 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SFT took the model from 3 to 7 of 16 at epoch 2; epoch 3 fell back to 4. A swing that size is near the noise floor, so read the shape, not the epoch.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29</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28 and 29 never beat 9 and never held a gain.</a:t>
            </a:r>
          </a:p>
          <a:p>
            <a:pPr>
              <a:spcAft>
                <a:spcPts val="700"/>
              </a:spcAft>
            </a:pPr>
            <a:r>
              <a:rPr sz="1700" b="0">
                <a:solidFill>
                  <a:srgbClr val="1A2332"/>
                </a:solidFill>
                <a:latin typeface="Calibri"/>
              </a:rPr>
              <a:t>The 9 comes from the early instrument. It was not re-read under the training prompt (slide 23),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