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24 and the appendix slides), so the two are not on one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27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29</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30</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scored by the fixed single-answer protocol, 16 questions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Fixed scoring, one judge invocation: base 4, full-parameter SFT 5, first RL pass from the SFT deposit 9 of 16. SFT then RL, no CPT.</a:t>
            </a:r>
          </a:p>
          <a:p>
            <a:pPr>
              <a:spcAft>
                <a:spcPts val="700"/>
              </a:spcAft>
            </a:pPr>
            <a:r>
              <a:rPr sz="1700" b="0">
                <a:solidFill>
                  <a:srgbClr val="1A2332"/>
                </a:solidFill>
                <a:latin typeface="Calibri"/>
              </a:rPr>
              <a:t>The RL step is the only one that moved the count by more than the same-checkpoint wobble (an unchanged model read 6/16 and 7/16).</a:t>
            </a:r>
          </a:p>
          <a:p>
            <a:pPr>
              <a:spcAft>
                <a:spcPts val="700"/>
              </a:spcAft>
            </a:pPr>
            <a:r>
              <a:rPr sz="1700" b="0">
                <a:solidFill>
                  <a:srgbClr val="1A2332"/>
                </a:solidFill>
                <a:latin typeface="Calibri"/>
              </a:rPr>
              <a:t>Later passes degraded, and the long runs on slides 29 and 30 never beat 9 and never held a gain.</a:t>
            </a:r>
          </a:p>
          <a:p>
            <a:pPr>
              <a:spcAft>
                <a:spcPts val="700"/>
              </a:spcAft>
            </a:pPr>
            <a:r>
              <a:rPr sz="1700" b="0">
                <a:solidFill>
                  <a:srgbClr val="1A2332"/>
                </a:solidFill>
                <a:latin typeface="Calibri"/>
              </a:rPr>
              <a:t>The 9 comes from the early instrument. It was not re-read under the training prompt (slide 24), so it is not comparable with the long-run numbers.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the question looked answerable, and why the later runs were run: one pass reached 9 of 16, and nothing afterwards held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