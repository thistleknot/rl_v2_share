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29 and 30)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24).</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